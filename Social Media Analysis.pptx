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DM Sans Medium"/>
      <p:regular r:id="rId21"/>
      <p:bold r:id="rId22"/>
      <p:italic r:id="rId23"/>
      <p:boldItalic r:id="rId24"/>
    </p:embeddedFont>
    <p:embeddedFont>
      <p:font typeface="DM Sans Light"/>
      <p:regular r:id="rId25"/>
      <p:bold r:id="rId26"/>
      <p:italic r:id="rId27"/>
      <p:boldItalic r:id="rId28"/>
    </p:embeddedFont>
    <p:embeddedFont>
      <p:font typeface="DM Sans SemiBold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  <p:embeddedFont>
      <p:font typeface="DM Sans"/>
      <p:regular r:id="rId37"/>
      <p:bold r:id="rId38"/>
      <p:italic r:id="rId39"/>
      <p:boldItalic r:id="rId40"/>
    </p:embeddedFont>
    <p:embeddedFont>
      <p:font typeface="Forum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Italic.fntdata"/><Relationship Id="rId20" Type="http://schemas.openxmlformats.org/officeDocument/2006/relationships/slide" Target="slides/slide15.xml"/><Relationship Id="rId41" Type="http://schemas.openxmlformats.org/officeDocument/2006/relationships/font" Target="fonts/Forum-regular.fntdata"/><Relationship Id="rId22" Type="http://schemas.openxmlformats.org/officeDocument/2006/relationships/font" Target="fonts/DMSansMedium-bold.fntdata"/><Relationship Id="rId21" Type="http://schemas.openxmlformats.org/officeDocument/2006/relationships/font" Target="fonts/DMSansMedium-regular.fntdata"/><Relationship Id="rId24" Type="http://schemas.openxmlformats.org/officeDocument/2006/relationships/font" Target="fonts/DMSansMedium-boldItalic.fntdata"/><Relationship Id="rId23" Type="http://schemas.openxmlformats.org/officeDocument/2006/relationships/font" Target="fonts/DMSa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Light-bold.fntdata"/><Relationship Id="rId25" Type="http://schemas.openxmlformats.org/officeDocument/2006/relationships/font" Target="fonts/DMSansLight-regular.fntdata"/><Relationship Id="rId28" Type="http://schemas.openxmlformats.org/officeDocument/2006/relationships/font" Target="fonts/DMSansLight-boldItalic.fntdata"/><Relationship Id="rId27" Type="http://schemas.openxmlformats.org/officeDocument/2006/relationships/font" Target="fonts/DMSans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SemiBold-italic.fntdata"/><Relationship Id="rId30" Type="http://schemas.openxmlformats.org/officeDocument/2006/relationships/font" Target="fonts/DMSansSemiBold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DMSans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37" Type="http://schemas.openxmlformats.org/officeDocument/2006/relationships/font" Target="fonts/DMSans-regular.fntdata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39" Type="http://schemas.openxmlformats.org/officeDocument/2006/relationships/font" Target="fonts/DMSans-italic.fntdata"/><Relationship Id="rId16" Type="http://schemas.openxmlformats.org/officeDocument/2006/relationships/slide" Target="slides/slide11.xml"/><Relationship Id="rId38" Type="http://schemas.openxmlformats.org/officeDocument/2006/relationships/font" Target="fonts/DM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7efd9b33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7efd9b33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efd9b334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7efd9b334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7efd9b3342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7efd9b334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7efd9b3342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7efd9b3342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7efd9b3342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7efd9b3342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7efd9b3342_0_1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7efd9b3342_0_1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90a147a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a90a147a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7efd9b3342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7efd9b3342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7efd9b3342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7efd9b3342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7efd9b3342_0_1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7efd9b3342_0_1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7efd9b3342_0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7efd9b3342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7efd9b3342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7efd9b3342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90a147ad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a90a147ad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7efd9b3342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7efd9b3342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7efd9b3342_0_1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7efd9b3342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11" name="Google Shape;11;p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6" name="Google Shape;16;p2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" name="Google Shape;17;p2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" name="Google Shape;18;p2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9" name="Google Shape;19;p2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20" name="Google Shape;20;p2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CUSTOM_3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" name="Google Shape;30;p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 2">
  <p:cSld name="BLANK_1">
    <p:bg>
      <p:bgPr>
        <a:solidFill>
          <a:schemeClr val="dk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228600" y="3389761"/>
            <a:ext cx="4704000" cy="1590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5468675" y="457200"/>
            <a:ext cx="34467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" name="Google Shape;34;p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body"/>
          </p:nvPr>
        </p:nvSpPr>
        <p:spPr>
          <a:xfrm>
            <a:off x="5482425" y="413676"/>
            <a:ext cx="3446700" cy="14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mall">
  <p:cSld name="BLANK_1_1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" name="Google Shape;43;p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Small">
  <p:cSld name="BLANK_1_1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>
            <p:ph idx="2" type="pic"/>
          </p:nvPr>
        </p:nvSpPr>
        <p:spPr>
          <a:xfrm>
            <a:off x="228600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6" name="Google Shape;46;p7"/>
          <p:cNvSpPr/>
          <p:nvPr>
            <p:ph idx="3" type="pic"/>
          </p:nvPr>
        </p:nvSpPr>
        <p:spPr>
          <a:xfrm>
            <a:off x="2913463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7" name="Google Shape;47;p7"/>
          <p:cNvSpPr/>
          <p:nvPr>
            <p:ph idx="4" type="pic"/>
          </p:nvPr>
        </p:nvSpPr>
        <p:spPr>
          <a:xfrm>
            <a:off x="5594838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8" name="Google Shape;48;p7"/>
          <p:cNvSpPr/>
          <p:nvPr>
            <p:ph idx="5" type="pic"/>
          </p:nvPr>
        </p:nvSpPr>
        <p:spPr>
          <a:xfrm>
            <a:off x="134092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9" name="Google Shape;49;p7"/>
          <p:cNvSpPr/>
          <p:nvPr>
            <p:ph idx="6" type="pic"/>
          </p:nvPr>
        </p:nvSpPr>
        <p:spPr>
          <a:xfrm>
            <a:off x="402427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0" name="Google Shape;50;p7"/>
          <p:cNvSpPr/>
          <p:nvPr>
            <p:ph idx="7" type="pic"/>
          </p:nvPr>
        </p:nvSpPr>
        <p:spPr>
          <a:xfrm>
            <a:off x="6708900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1347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8" type="subTitle"/>
          </p:nvPr>
        </p:nvSpPr>
        <p:spPr>
          <a:xfrm>
            <a:off x="1347975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9" type="subTitle"/>
          </p:nvPr>
        </p:nvSpPr>
        <p:spPr>
          <a:xfrm>
            <a:off x="4029350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3" type="subTitle"/>
          </p:nvPr>
        </p:nvSpPr>
        <p:spPr>
          <a:xfrm>
            <a:off x="6726463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4" type="subTitle"/>
          </p:nvPr>
        </p:nvSpPr>
        <p:spPr>
          <a:xfrm>
            <a:off x="246030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5" type="subTitle"/>
          </p:nvPr>
        </p:nvSpPr>
        <p:spPr>
          <a:xfrm>
            <a:off x="514365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6" type="subTitle"/>
          </p:nvPr>
        </p:nvSpPr>
        <p:spPr>
          <a:xfrm>
            <a:off x="7828275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7" type="subTitle"/>
          </p:nvPr>
        </p:nvSpPr>
        <p:spPr>
          <a:xfrm>
            <a:off x="4026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8" type="subTitle"/>
          </p:nvPr>
        </p:nvSpPr>
        <p:spPr>
          <a:xfrm>
            <a:off x="67081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19" type="subTitle"/>
          </p:nvPr>
        </p:nvSpPr>
        <p:spPr>
          <a:xfrm>
            <a:off x="2457750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20" type="subTitle"/>
          </p:nvPr>
        </p:nvSpPr>
        <p:spPr>
          <a:xfrm>
            <a:off x="514237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1" type="subTitle"/>
          </p:nvPr>
        </p:nvSpPr>
        <p:spPr>
          <a:xfrm>
            <a:off x="782572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Medium">
  <p:cSld name="BLANK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>
            <p:ph idx="2" type="pic"/>
          </p:nvPr>
        </p:nvSpPr>
        <p:spPr>
          <a:xfrm>
            <a:off x="2286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13057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3" type="subTitle"/>
          </p:nvPr>
        </p:nvSpPr>
        <p:spPr>
          <a:xfrm>
            <a:off x="13057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" name="Google Shape;70;p8"/>
          <p:cNvSpPr/>
          <p:nvPr>
            <p:ph idx="4" type="pic"/>
          </p:nvPr>
        </p:nvSpPr>
        <p:spPr>
          <a:xfrm>
            <a:off x="2286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1" name="Google Shape;71;p8"/>
          <p:cNvSpPr txBox="1"/>
          <p:nvPr>
            <p:ph idx="5" type="subTitle"/>
          </p:nvPr>
        </p:nvSpPr>
        <p:spPr>
          <a:xfrm>
            <a:off x="13057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6" type="subTitle"/>
          </p:nvPr>
        </p:nvSpPr>
        <p:spPr>
          <a:xfrm>
            <a:off x="13057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3" name="Google Shape;73;p8"/>
          <p:cNvSpPr/>
          <p:nvPr>
            <p:ph idx="7" type="pic"/>
          </p:nvPr>
        </p:nvSpPr>
        <p:spPr>
          <a:xfrm>
            <a:off x="315465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4" name="Google Shape;74;p8"/>
          <p:cNvSpPr txBox="1"/>
          <p:nvPr>
            <p:ph idx="8" type="subTitle"/>
          </p:nvPr>
        </p:nvSpPr>
        <p:spPr>
          <a:xfrm>
            <a:off x="423180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5" name="Google Shape;75;p8"/>
          <p:cNvSpPr txBox="1"/>
          <p:nvPr>
            <p:ph idx="9" type="subTitle"/>
          </p:nvPr>
        </p:nvSpPr>
        <p:spPr>
          <a:xfrm>
            <a:off x="423180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8"/>
          <p:cNvSpPr/>
          <p:nvPr>
            <p:ph idx="13" type="pic"/>
          </p:nvPr>
        </p:nvSpPr>
        <p:spPr>
          <a:xfrm>
            <a:off x="315465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7" name="Google Shape;77;p8"/>
          <p:cNvSpPr txBox="1"/>
          <p:nvPr>
            <p:ph idx="14" type="subTitle"/>
          </p:nvPr>
        </p:nvSpPr>
        <p:spPr>
          <a:xfrm>
            <a:off x="423180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8" name="Google Shape;78;p8"/>
          <p:cNvSpPr/>
          <p:nvPr>
            <p:ph idx="15" type="pic"/>
          </p:nvPr>
        </p:nvSpPr>
        <p:spPr>
          <a:xfrm>
            <a:off x="60807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9" name="Google Shape;79;p8"/>
          <p:cNvSpPr txBox="1"/>
          <p:nvPr>
            <p:ph idx="16" type="subTitle"/>
          </p:nvPr>
        </p:nvSpPr>
        <p:spPr>
          <a:xfrm>
            <a:off x="71578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0" name="Google Shape;80;p8"/>
          <p:cNvSpPr txBox="1"/>
          <p:nvPr>
            <p:ph idx="17" type="subTitle"/>
          </p:nvPr>
        </p:nvSpPr>
        <p:spPr>
          <a:xfrm>
            <a:off x="71578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8"/>
          <p:cNvSpPr/>
          <p:nvPr>
            <p:ph idx="18" type="pic"/>
          </p:nvPr>
        </p:nvSpPr>
        <p:spPr>
          <a:xfrm>
            <a:off x="60807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82" name="Google Shape;82;p8"/>
          <p:cNvSpPr txBox="1"/>
          <p:nvPr>
            <p:ph idx="19" type="subTitle"/>
          </p:nvPr>
        </p:nvSpPr>
        <p:spPr>
          <a:xfrm>
            <a:off x="71578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0" type="subTitle"/>
          </p:nvPr>
        </p:nvSpPr>
        <p:spPr>
          <a:xfrm>
            <a:off x="425080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21" type="subTitle"/>
          </p:nvPr>
        </p:nvSpPr>
        <p:spPr>
          <a:xfrm>
            <a:off x="71578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p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Large">
  <p:cSld name="BLANK_1_1_2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" name="Google Shape;91;p9"/>
          <p:cNvSpPr txBox="1"/>
          <p:nvPr>
            <p:ph idx="2" type="subTitle"/>
          </p:nvPr>
        </p:nvSpPr>
        <p:spPr>
          <a:xfrm>
            <a:off x="2286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3" type="subTitle"/>
          </p:nvPr>
        </p:nvSpPr>
        <p:spPr>
          <a:xfrm>
            <a:off x="2286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9"/>
          <p:cNvSpPr/>
          <p:nvPr>
            <p:ph idx="4" type="pic"/>
          </p:nvPr>
        </p:nvSpPr>
        <p:spPr>
          <a:xfrm>
            <a:off x="2286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4" name="Google Shape;94;p9"/>
          <p:cNvSpPr txBox="1"/>
          <p:nvPr>
            <p:ph idx="5" type="body"/>
          </p:nvPr>
        </p:nvSpPr>
        <p:spPr>
          <a:xfrm>
            <a:off x="2286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6" type="subTitle"/>
          </p:nvPr>
        </p:nvSpPr>
        <p:spPr>
          <a:xfrm>
            <a:off x="24237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7" type="subTitle"/>
          </p:nvPr>
        </p:nvSpPr>
        <p:spPr>
          <a:xfrm>
            <a:off x="242370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7" name="Google Shape;97;p9"/>
          <p:cNvSpPr/>
          <p:nvPr>
            <p:ph idx="8" type="pic"/>
          </p:nvPr>
        </p:nvSpPr>
        <p:spPr>
          <a:xfrm>
            <a:off x="24237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8" name="Google Shape;98;p9"/>
          <p:cNvSpPr txBox="1"/>
          <p:nvPr>
            <p:ph idx="9" type="body"/>
          </p:nvPr>
        </p:nvSpPr>
        <p:spPr>
          <a:xfrm>
            <a:off x="24237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3" type="subTitle"/>
          </p:nvPr>
        </p:nvSpPr>
        <p:spPr>
          <a:xfrm>
            <a:off x="4618800" y="3337827"/>
            <a:ext cx="20622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14" type="subTitle"/>
          </p:nvPr>
        </p:nvSpPr>
        <p:spPr>
          <a:xfrm>
            <a:off x="46188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9"/>
          <p:cNvSpPr/>
          <p:nvPr>
            <p:ph idx="15" type="pic"/>
          </p:nvPr>
        </p:nvSpPr>
        <p:spPr>
          <a:xfrm>
            <a:off x="46188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2" name="Google Shape;102;p9"/>
          <p:cNvSpPr txBox="1"/>
          <p:nvPr>
            <p:ph idx="16" type="body"/>
          </p:nvPr>
        </p:nvSpPr>
        <p:spPr>
          <a:xfrm>
            <a:off x="46188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17" type="subTitle"/>
          </p:nvPr>
        </p:nvSpPr>
        <p:spPr>
          <a:xfrm>
            <a:off x="6796750" y="3337800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18" type="subTitle"/>
          </p:nvPr>
        </p:nvSpPr>
        <p:spPr>
          <a:xfrm>
            <a:off x="679675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9"/>
          <p:cNvSpPr/>
          <p:nvPr>
            <p:ph idx="19" type="pic"/>
          </p:nvPr>
        </p:nvSpPr>
        <p:spPr>
          <a:xfrm>
            <a:off x="6796738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6" name="Google Shape;106;p9"/>
          <p:cNvSpPr txBox="1"/>
          <p:nvPr>
            <p:ph idx="20" type="body"/>
          </p:nvPr>
        </p:nvSpPr>
        <p:spPr>
          <a:xfrm>
            <a:off x="679675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1">
  <p:cSld name="CUSTOM_4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231000" y="3124025"/>
            <a:ext cx="26844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6231000" y="4241250"/>
            <a:ext cx="27513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idx="4" type="subTitle"/>
          </p:nvPr>
        </p:nvSpPr>
        <p:spPr>
          <a:xfrm>
            <a:off x="6231000" y="38979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5" type="subTitle"/>
          </p:nvPr>
        </p:nvSpPr>
        <p:spPr>
          <a:xfrm>
            <a:off x="6231000" y="2780875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4" name="Google Shape;114;p10"/>
          <p:cNvSpPr txBox="1"/>
          <p:nvPr>
            <p:ph idx="6" type="subTitle"/>
          </p:nvPr>
        </p:nvSpPr>
        <p:spPr>
          <a:xfrm>
            <a:off x="6231000" y="14597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7" type="subTitle"/>
          </p:nvPr>
        </p:nvSpPr>
        <p:spPr>
          <a:xfrm>
            <a:off x="2872500" y="3328000"/>
            <a:ext cx="2834700" cy="3264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7" name="Google Shape;117;p10"/>
          <p:cNvSpPr/>
          <p:nvPr>
            <p:ph idx="8" type="pic"/>
          </p:nvPr>
        </p:nvSpPr>
        <p:spPr>
          <a:xfrm>
            <a:off x="228450" y="1459775"/>
            <a:ext cx="2101200" cy="143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8" name="Google Shape;118;p10"/>
          <p:cNvSpPr txBox="1"/>
          <p:nvPr>
            <p:ph idx="9" type="subTitle"/>
          </p:nvPr>
        </p:nvSpPr>
        <p:spPr>
          <a:xfrm>
            <a:off x="228450" y="30529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13" type="subTitle"/>
          </p:nvPr>
        </p:nvSpPr>
        <p:spPr>
          <a:xfrm>
            <a:off x="228450" y="33503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0" name="Google Shape;120;p10"/>
          <p:cNvSpPr txBox="1"/>
          <p:nvPr>
            <p:ph idx="14" type="subTitle"/>
          </p:nvPr>
        </p:nvSpPr>
        <p:spPr>
          <a:xfrm>
            <a:off x="228450" y="36480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1" name="Google Shape;121;p10"/>
          <p:cNvSpPr txBox="1"/>
          <p:nvPr>
            <p:ph idx="15" type="subTitle"/>
          </p:nvPr>
        </p:nvSpPr>
        <p:spPr>
          <a:xfrm>
            <a:off x="228450" y="39457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2" name="Google Shape;122;p10"/>
          <p:cNvSpPr txBox="1"/>
          <p:nvPr>
            <p:ph idx="16" type="subTitle"/>
          </p:nvPr>
        </p:nvSpPr>
        <p:spPr>
          <a:xfrm>
            <a:off x="228450" y="424189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3" name="Google Shape;123;p10"/>
          <p:cNvSpPr txBox="1"/>
          <p:nvPr>
            <p:ph idx="17" type="subTitle"/>
          </p:nvPr>
        </p:nvSpPr>
        <p:spPr>
          <a:xfrm>
            <a:off x="228450" y="454067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4" name="Google Shape;124;p10"/>
          <p:cNvSpPr txBox="1"/>
          <p:nvPr>
            <p:ph idx="18" type="subTitle"/>
          </p:nvPr>
        </p:nvSpPr>
        <p:spPr>
          <a:xfrm>
            <a:off x="1275750" y="30523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10"/>
          <p:cNvSpPr txBox="1"/>
          <p:nvPr>
            <p:ph idx="19" type="subTitle"/>
          </p:nvPr>
        </p:nvSpPr>
        <p:spPr>
          <a:xfrm>
            <a:off x="1275750" y="3349779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10"/>
          <p:cNvSpPr txBox="1"/>
          <p:nvPr>
            <p:ph idx="20" type="subTitle"/>
          </p:nvPr>
        </p:nvSpPr>
        <p:spPr>
          <a:xfrm>
            <a:off x="1275750" y="3647468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7" name="Google Shape;127;p10"/>
          <p:cNvSpPr txBox="1"/>
          <p:nvPr>
            <p:ph idx="21" type="subTitle"/>
          </p:nvPr>
        </p:nvSpPr>
        <p:spPr>
          <a:xfrm>
            <a:off x="1275750" y="3945167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22" type="subTitle"/>
          </p:nvPr>
        </p:nvSpPr>
        <p:spPr>
          <a:xfrm>
            <a:off x="1275750" y="4241301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9" name="Google Shape;129;p10"/>
          <p:cNvSpPr txBox="1"/>
          <p:nvPr>
            <p:ph idx="23" type="subTitle"/>
          </p:nvPr>
        </p:nvSpPr>
        <p:spPr>
          <a:xfrm>
            <a:off x="1275750" y="45400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24" type="subTitle"/>
          </p:nvPr>
        </p:nvSpPr>
        <p:spPr>
          <a:xfrm>
            <a:off x="2863000" y="1925972"/>
            <a:ext cx="26844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25" type="subTitle"/>
          </p:nvPr>
        </p:nvSpPr>
        <p:spPr>
          <a:xfrm>
            <a:off x="2863000" y="3668715"/>
            <a:ext cx="2560500" cy="12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1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0"/>
          <p:cNvSpPr txBox="1"/>
          <p:nvPr>
            <p:ph idx="26" type="subTitle"/>
          </p:nvPr>
        </p:nvSpPr>
        <p:spPr>
          <a:xfrm>
            <a:off x="62310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7" type="subTitle"/>
          </p:nvPr>
        </p:nvSpPr>
        <p:spPr>
          <a:xfrm>
            <a:off x="62310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28" type="subTitle"/>
          </p:nvPr>
        </p:nvSpPr>
        <p:spPr>
          <a:xfrm>
            <a:off x="75972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10"/>
          <p:cNvSpPr txBox="1"/>
          <p:nvPr>
            <p:ph idx="29" type="subTitle"/>
          </p:nvPr>
        </p:nvSpPr>
        <p:spPr>
          <a:xfrm>
            <a:off x="75972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2">
  <p:cSld name="CUSTOM_4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2857500" y="1803950"/>
            <a:ext cx="31320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2" type="body"/>
          </p:nvPr>
        </p:nvSpPr>
        <p:spPr>
          <a:xfrm>
            <a:off x="232075" y="1803950"/>
            <a:ext cx="20949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11"/>
          <p:cNvSpPr txBox="1"/>
          <p:nvPr>
            <p:ph idx="3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11"/>
          <p:cNvSpPr txBox="1"/>
          <p:nvPr>
            <p:ph idx="4" type="subTitle"/>
          </p:nvPr>
        </p:nvSpPr>
        <p:spPr>
          <a:xfrm>
            <a:off x="232075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2" name="Google Shape;142;p11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5" type="subTitle"/>
          </p:nvPr>
        </p:nvSpPr>
        <p:spPr>
          <a:xfrm>
            <a:off x="235800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4" name="Google Shape;144;p1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1"/>
          <p:cNvSpPr txBox="1"/>
          <p:nvPr>
            <p:ph idx="6" type="subTitle"/>
          </p:nvPr>
        </p:nvSpPr>
        <p:spPr>
          <a:xfrm>
            <a:off x="232075" y="2526010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7" type="subTitle"/>
          </p:nvPr>
        </p:nvSpPr>
        <p:spPr>
          <a:xfrm>
            <a:off x="232075" y="399371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8" type="subTitle"/>
          </p:nvPr>
        </p:nvSpPr>
        <p:spPr>
          <a:xfrm>
            <a:off x="1324825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9" type="subTitle"/>
          </p:nvPr>
        </p:nvSpPr>
        <p:spPr>
          <a:xfrm>
            <a:off x="2305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13" type="subTitle"/>
          </p:nvPr>
        </p:nvSpPr>
        <p:spPr>
          <a:xfrm>
            <a:off x="2305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14" type="subTitle"/>
          </p:nvPr>
        </p:nvSpPr>
        <p:spPr>
          <a:xfrm>
            <a:off x="2305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5" type="subTitle"/>
          </p:nvPr>
        </p:nvSpPr>
        <p:spPr>
          <a:xfrm>
            <a:off x="13309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6" type="subTitle"/>
          </p:nvPr>
        </p:nvSpPr>
        <p:spPr>
          <a:xfrm>
            <a:off x="13309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7" type="subTitle"/>
          </p:nvPr>
        </p:nvSpPr>
        <p:spPr>
          <a:xfrm>
            <a:off x="13309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8" type="subTitle"/>
          </p:nvPr>
        </p:nvSpPr>
        <p:spPr>
          <a:xfrm>
            <a:off x="2857500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9" type="subTitle"/>
          </p:nvPr>
        </p:nvSpPr>
        <p:spPr>
          <a:xfrm>
            <a:off x="2857500" y="25262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20" type="subTitle"/>
          </p:nvPr>
        </p:nvSpPr>
        <p:spPr>
          <a:xfrm>
            <a:off x="2857500" y="39923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7" name="Google Shape;157;p11"/>
          <p:cNvSpPr txBox="1"/>
          <p:nvPr>
            <p:ph idx="21" type="subTitle"/>
          </p:nvPr>
        </p:nvSpPr>
        <p:spPr>
          <a:xfrm>
            <a:off x="2857502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1"/>
          <p:cNvSpPr txBox="1"/>
          <p:nvPr>
            <p:ph idx="22" type="subTitle"/>
          </p:nvPr>
        </p:nvSpPr>
        <p:spPr>
          <a:xfrm>
            <a:off x="2857502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9" name="Google Shape;159;p11"/>
          <p:cNvSpPr txBox="1"/>
          <p:nvPr>
            <p:ph idx="23" type="subTitle"/>
          </p:nvPr>
        </p:nvSpPr>
        <p:spPr>
          <a:xfrm>
            <a:off x="2857502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0" name="Google Shape;160;p11"/>
          <p:cNvSpPr txBox="1"/>
          <p:nvPr>
            <p:ph idx="24" type="subTitle"/>
          </p:nvPr>
        </p:nvSpPr>
        <p:spPr>
          <a:xfrm>
            <a:off x="6231050" y="1461175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5" type="subTitle"/>
          </p:nvPr>
        </p:nvSpPr>
        <p:spPr>
          <a:xfrm>
            <a:off x="6231050" y="3257297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2" name="Google Shape;162;p11"/>
          <p:cNvSpPr txBox="1"/>
          <p:nvPr>
            <p:ph idx="26" type="subTitle"/>
          </p:nvPr>
        </p:nvSpPr>
        <p:spPr>
          <a:xfrm>
            <a:off x="6231050" y="180360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7" type="subTitle"/>
          </p:nvPr>
        </p:nvSpPr>
        <p:spPr>
          <a:xfrm>
            <a:off x="6231050" y="2056043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28" type="subTitle"/>
          </p:nvPr>
        </p:nvSpPr>
        <p:spPr>
          <a:xfrm>
            <a:off x="6231050" y="2308487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29" type="subTitle"/>
          </p:nvPr>
        </p:nvSpPr>
        <p:spPr>
          <a:xfrm>
            <a:off x="6231050" y="256093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idx="30" type="subTitle"/>
          </p:nvPr>
        </p:nvSpPr>
        <p:spPr>
          <a:xfrm>
            <a:off x="6231050" y="2813374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nly">
  <p:cSld name="BLANK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0" name="Google Shape;170;p1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steps">
  <p:cSld name="BLANK_1_1_1_1_3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7" name="Google Shape;177;p1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p13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0" name="Google Shape;180;p13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9" type="subTitle"/>
          </p:nvPr>
        </p:nvSpPr>
        <p:spPr>
          <a:xfrm>
            <a:off x="5554425" y="278952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idx="14" type="subTitle"/>
          </p:nvPr>
        </p:nvSpPr>
        <p:spPr>
          <a:xfrm>
            <a:off x="5659713" y="2324029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Forum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84" name="Google Shape;184;p1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CUSTOM_5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idx="2" type="body"/>
          </p:nvPr>
        </p:nvSpPr>
        <p:spPr>
          <a:xfrm>
            <a:off x="232375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3" type="subTitle"/>
          </p:nvPr>
        </p:nvSpPr>
        <p:spPr>
          <a:xfrm>
            <a:off x="23365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0" name="Google Shape;190;p14"/>
          <p:cNvSpPr txBox="1"/>
          <p:nvPr>
            <p:ph idx="4" type="subTitle"/>
          </p:nvPr>
        </p:nvSpPr>
        <p:spPr>
          <a:xfrm>
            <a:off x="2423700" y="20643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1" name="Google Shape;191;p14"/>
          <p:cNvSpPr txBox="1"/>
          <p:nvPr>
            <p:ph idx="5" type="subTitle"/>
          </p:nvPr>
        </p:nvSpPr>
        <p:spPr>
          <a:xfrm>
            <a:off x="46188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2" name="Google Shape;192;p14"/>
          <p:cNvSpPr txBox="1"/>
          <p:nvPr>
            <p:ph idx="6" type="subTitle"/>
          </p:nvPr>
        </p:nvSpPr>
        <p:spPr>
          <a:xfrm>
            <a:off x="68139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3" name="Google Shape;193;p14"/>
          <p:cNvSpPr txBox="1"/>
          <p:nvPr>
            <p:ph idx="7" type="body"/>
          </p:nvPr>
        </p:nvSpPr>
        <p:spPr>
          <a:xfrm>
            <a:off x="2423850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4" name="Google Shape;194;p14"/>
          <p:cNvSpPr txBox="1"/>
          <p:nvPr>
            <p:ph idx="8" type="body"/>
          </p:nvPr>
        </p:nvSpPr>
        <p:spPr>
          <a:xfrm>
            <a:off x="4615325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5" name="Google Shape;195;p14"/>
          <p:cNvSpPr txBox="1"/>
          <p:nvPr>
            <p:ph idx="9" type="body"/>
          </p:nvPr>
        </p:nvSpPr>
        <p:spPr>
          <a:xfrm>
            <a:off x="6806800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6" name="Google Shape;196;p14"/>
          <p:cNvSpPr txBox="1"/>
          <p:nvPr>
            <p:ph idx="13" type="subTitle"/>
          </p:nvPr>
        </p:nvSpPr>
        <p:spPr>
          <a:xfrm>
            <a:off x="433925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7" name="Google Shape;197;p14"/>
          <p:cNvSpPr txBox="1"/>
          <p:nvPr>
            <p:ph idx="14" type="subTitle"/>
          </p:nvPr>
        </p:nvSpPr>
        <p:spPr>
          <a:xfrm>
            <a:off x="433925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8" name="Google Shape;198;p14"/>
          <p:cNvSpPr txBox="1"/>
          <p:nvPr>
            <p:ph idx="15" type="subTitle"/>
          </p:nvPr>
        </p:nvSpPr>
        <p:spPr>
          <a:xfrm>
            <a:off x="433925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9" name="Google Shape;199;p14"/>
          <p:cNvSpPr txBox="1"/>
          <p:nvPr>
            <p:ph idx="16" type="subTitle"/>
          </p:nvPr>
        </p:nvSpPr>
        <p:spPr>
          <a:xfrm>
            <a:off x="26291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0" name="Google Shape;200;p14"/>
          <p:cNvSpPr txBox="1"/>
          <p:nvPr>
            <p:ph idx="17" type="subTitle"/>
          </p:nvPr>
        </p:nvSpPr>
        <p:spPr>
          <a:xfrm>
            <a:off x="26291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1" name="Google Shape;201;p14"/>
          <p:cNvSpPr txBox="1"/>
          <p:nvPr>
            <p:ph idx="18" type="subTitle"/>
          </p:nvPr>
        </p:nvSpPr>
        <p:spPr>
          <a:xfrm>
            <a:off x="26291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2" name="Google Shape;202;p14"/>
          <p:cNvSpPr txBox="1"/>
          <p:nvPr>
            <p:ph idx="19" type="subTitle"/>
          </p:nvPr>
        </p:nvSpPr>
        <p:spPr>
          <a:xfrm>
            <a:off x="48243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3" name="Google Shape;203;p14"/>
          <p:cNvSpPr txBox="1"/>
          <p:nvPr>
            <p:ph idx="20" type="subTitle"/>
          </p:nvPr>
        </p:nvSpPr>
        <p:spPr>
          <a:xfrm>
            <a:off x="48243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4" name="Google Shape;204;p14"/>
          <p:cNvSpPr txBox="1"/>
          <p:nvPr>
            <p:ph idx="21" type="subTitle"/>
          </p:nvPr>
        </p:nvSpPr>
        <p:spPr>
          <a:xfrm>
            <a:off x="48243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2" type="subTitle"/>
          </p:nvPr>
        </p:nvSpPr>
        <p:spPr>
          <a:xfrm>
            <a:off x="70195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23" type="subTitle"/>
          </p:nvPr>
        </p:nvSpPr>
        <p:spPr>
          <a:xfrm>
            <a:off x="70195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7" name="Google Shape;207;p14"/>
          <p:cNvSpPr txBox="1"/>
          <p:nvPr>
            <p:ph idx="24" type="subTitle"/>
          </p:nvPr>
        </p:nvSpPr>
        <p:spPr>
          <a:xfrm>
            <a:off x="70195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8" name="Google Shape;208;p1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09" name="Google Shape;209;p14"/>
          <p:cNvSpPr/>
          <p:nvPr>
            <p:ph idx="25" type="pic"/>
          </p:nvPr>
        </p:nvSpPr>
        <p:spPr>
          <a:xfrm>
            <a:off x="2286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0" name="Google Shape;210;p14"/>
          <p:cNvSpPr/>
          <p:nvPr>
            <p:ph idx="26" type="pic"/>
          </p:nvPr>
        </p:nvSpPr>
        <p:spPr>
          <a:xfrm>
            <a:off x="24237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1" name="Google Shape;211;p14"/>
          <p:cNvSpPr/>
          <p:nvPr>
            <p:ph idx="27" type="pic"/>
          </p:nvPr>
        </p:nvSpPr>
        <p:spPr>
          <a:xfrm>
            <a:off x="46188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2" name="Google Shape;212;p14"/>
          <p:cNvSpPr/>
          <p:nvPr>
            <p:ph idx="28" type="pic"/>
          </p:nvPr>
        </p:nvSpPr>
        <p:spPr>
          <a:xfrm>
            <a:off x="68139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deas w/ image">
  <p:cSld name="CUSTOM_5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/>
          <p:nvPr>
            <p:ph idx="2" type="pic"/>
          </p:nvPr>
        </p:nvSpPr>
        <p:spPr>
          <a:xfrm>
            <a:off x="3019625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5" name="Google Shape;215;p15"/>
          <p:cNvSpPr/>
          <p:nvPr>
            <p:ph idx="3" type="pic"/>
          </p:nvPr>
        </p:nvSpPr>
        <p:spPr>
          <a:xfrm>
            <a:off x="521346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6" name="Google Shape;216;p15"/>
          <p:cNvSpPr/>
          <p:nvPr>
            <p:ph idx="4" type="pic"/>
          </p:nvPr>
        </p:nvSpPr>
        <p:spPr>
          <a:xfrm>
            <a:off x="740731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7" name="Google Shape;217;p15"/>
          <p:cNvSpPr/>
          <p:nvPr>
            <p:ph idx="5" type="pic"/>
          </p:nvPr>
        </p:nvSpPr>
        <p:spPr>
          <a:xfrm>
            <a:off x="827050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8" name="Google Shape;218;p1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15"/>
          <p:cNvSpPr txBox="1"/>
          <p:nvPr>
            <p:ph idx="6" type="subTitle"/>
          </p:nvPr>
        </p:nvSpPr>
        <p:spPr>
          <a:xfrm>
            <a:off x="23365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0" name="Google Shape;220;p15"/>
          <p:cNvSpPr txBox="1"/>
          <p:nvPr>
            <p:ph idx="7" type="subTitle"/>
          </p:nvPr>
        </p:nvSpPr>
        <p:spPr>
          <a:xfrm>
            <a:off x="24237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1" name="Google Shape;221;p15"/>
          <p:cNvSpPr txBox="1"/>
          <p:nvPr>
            <p:ph idx="8" type="subTitle"/>
          </p:nvPr>
        </p:nvSpPr>
        <p:spPr>
          <a:xfrm>
            <a:off x="46188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2" name="Google Shape;222;p15"/>
          <p:cNvSpPr txBox="1"/>
          <p:nvPr>
            <p:ph idx="9" type="subTitle"/>
          </p:nvPr>
        </p:nvSpPr>
        <p:spPr>
          <a:xfrm>
            <a:off x="68139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3" name="Google Shape;223;p1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24" name="Google Shape;224;p1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5"/>
          <p:cNvSpPr txBox="1"/>
          <p:nvPr>
            <p:ph idx="13" type="subTitle"/>
          </p:nvPr>
        </p:nvSpPr>
        <p:spPr>
          <a:xfrm>
            <a:off x="2286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14" type="subTitle"/>
          </p:nvPr>
        </p:nvSpPr>
        <p:spPr>
          <a:xfrm>
            <a:off x="2286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15" type="subTitle"/>
          </p:nvPr>
        </p:nvSpPr>
        <p:spPr>
          <a:xfrm>
            <a:off x="2286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16" type="subTitle"/>
          </p:nvPr>
        </p:nvSpPr>
        <p:spPr>
          <a:xfrm>
            <a:off x="2286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idx="17" type="subTitle"/>
          </p:nvPr>
        </p:nvSpPr>
        <p:spPr>
          <a:xfrm>
            <a:off x="2286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18" type="subTitle"/>
          </p:nvPr>
        </p:nvSpPr>
        <p:spPr>
          <a:xfrm>
            <a:off x="2286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19" type="subTitle"/>
          </p:nvPr>
        </p:nvSpPr>
        <p:spPr>
          <a:xfrm>
            <a:off x="24237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20" type="subTitle"/>
          </p:nvPr>
        </p:nvSpPr>
        <p:spPr>
          <a:xfrm>
            <a:off x="24237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21" type="subTitle"/>
          </p:nvPr>
        </p:nvSpPr>
        <p:spPr>
          <a:xfrm>
            <a:off x="24237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2" type="subTitle"/>
          </p:nvPr>
        </p:nvSpPr>
        <p:spPr>
          <a:xfrm>
            <a:off x="24237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23" type="subTitle"/>
          </p:nvPr>
        </p:nvSpPr>
        <p:spPr>
          <a:xfrm>
            <a:off x="24237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24" type="subTitle"/>
          </p:nvPr>
        </p:nvSpPr>
        <p:spPr>
          <a:xfrm>
            <a:off x="24237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25" type="subTitle"/>
          </p:nvPr>
        </p:nvSpPr>
        <p:spPr>
          <a:xfrm>
            <a:off x="46188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26" type="subTitle"/>
          </p:nvPr>
        </p:nvSpPr>
        <p:spPr>
          <a:xfrm>
            <a:off x="46188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27" type="subTitle"/>
          </p:nvPr>
        </p:nvSpPr>
        <p:spPr>
          <a:xfrm>
            <a:off x="46188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28" type="subTitle"/>
          </p:nvPr>
        </p:nvSpPr>
        <p:spPr>
          <a:xfrm>
            <a:off x="46188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29" type="subTitle"/>
          </p:nvPr>
        </p:nvSpPr>
        <p:spPr>
          <a:xfrm>
            <a:off x="46188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30" type="subTitle"/>
          </p:nvPr>
        </p:nvSpPr>
        <p:spPr>
          <a:xfrm>
            <a:off x="46188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" name="Google Shape;243;p15"/>
          <p:cNvSpPr txBox="1"/>
          <p:nvPr>
            <p:ph idx="31" type="subTitle"/>
          </p:nvPr>
        </p:nvSpPr>
        <p:spPr>
          <a:xfrm>
            <a:off x="6815568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15"/>
          <p:cNvSpPr txBox="1"/>
          <p:nvPr>
            <p:ph idx="32" type="subTitle"/>
          </p:nvPr>
        </p:nvSpPr>
        <p:spPr>
          <a:xfrm>
            <a:off x="6815568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33" type="subTitle"/>
          </p:nvPr>
        </p:nvSpPr>
        <p:spPr>
          <a:xfrm>
            <a:off x="6815568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34" type="subTitle"/>
          </p:nvPr>
        </p:nvSpPr>
        <p:spPr>
          <a:xfrm>
            <a:off x="6815568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15"/>
          <p:cNvSpPr txBox="1"/>
          <p:nvPr>
            <p:ph idx="35" type="subTitle"/>
          </p:nvPr>
        </p:nvSpPr>
        <p:spPr>
          <a:xfrm>
            <a:off x="6815568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8" name="Google Shape;248;p15"/>
          <p:cNvSpPr txBox="1"/>
          <p:nvPr>
            <p:ph idx="36" type="subTitle"/>
          </p:nvPr>
        </p:nvSpPr>
        <p:spPr>
          <a:xfrm>
            <a:off x="6815568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itle only">
  <p:cSld name="BLANK_1_1_1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1" name="Google Shape;251;p1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>
  <p:cSld name="BLANK_1_1_1_1_1_1"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5" name="Google Shape;255;p17"/>
          <p:cNvSpPr/>
          <p:nvPr>
            <p:ph idx="2" type="pic"/>
          </p:nvPr>
        </p:nvSpPr>
        <p:spPr>
          <a:xfrm>
            <a:off x="1407350" y="1446450"/>
            <a:ext cx="1500300" cy="71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" name="Google Shape;256;p17"/>
          <p:cNvSpPr txBox="1"/>
          <p:nvPr>
            <p:ph type="title"/>
          </p:nvPr>
        </p:nvSpPr>
        <p:spPr>
          <a:xfrm>
            <a:off x="1028550" y="2023325"/>
            <a:ext cx="7180800" cy="8418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7" name="Google Shape;257;p17"/>
          <p:cNvSpPr/>
          <p:nvPr>
            <p:ph idx="3" type="pic"/>
          </p:nvPr>
        </p:nvSpPr>
        <p:spPr>
          <a:xfrm>
            <a:off x="5316900" y="3181200"/>
            <a:ext cx="763800" cy="763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_1_1_1_1_2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2" name="Google Shape;262;p18"/>
          <p:cNvSpPr txBox="1"/>
          <p:nvPr>
            <p:ph idx="2" type="subTitle"/>
          </p:nvPr>
        </p:nvSpPr>
        <p:spPr>
          <a:xfrm>
            <a:off x="22867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3" name="Google Shape;263;p18"/>
          <p:cNvSpPr txBox="1"/>
          <p:nvPr>
            <p:ph idx="3" type="body"/>
          </p:nvPr>
        </p:nvSpPr>
        <p:spPr>
          <a:xfrm>
            <a:off x="76102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18"/>
          <p:cNvSpPr txBox="1"/>
          <p:nvPr>
            <p:ph idx="4" type="subTitle"/>
          </p:nvPr>
        </p:nvSpPr>
        <p:spPr>
          <a:xfrm>
            <a:off x="3154650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18"/>
          <p:cNvSpPr txBox="1"/>
          <p:nvPr>
            <p:ph idx="5" type="body"/>
          </p:nvPr>
        </p:nvSpPr>
        <p:spPr>
          <a:xfrm>
            <a:off x="3687000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6" name="Google Shape;266;p18"/>
          <p:cNvSpPr txBox="1"/>
          <p:nvPr>
            <p:ph idx="6" type="subTitle"/>
          </p:nvPr>
        </p:nvSpPr>
        <p:spPr>
          <a:xfrm>
            <a:off x="608062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7" name="Google Shape;267;p18"/>
          <p:cNvSpPr txBox="1"/>
          <p:nvPr>
            <p:ph idx="7" type="body"/>
          </p:nvPr>
        </p:nvSpPr>
        <p:spPr>
          <a:xfrm>
            <a:off x="661297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8" name="Google Shape;268;p18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0" y="0"/>
            <a:ext cx="2423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72" name="Google Shape;272;p1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3" name="Google Shape;273;p19"/>
          <p:cNvSpPr/>
          <p:nvPr>
            <p:ph idx="2" type="pic"/>
          </p:nvPr>
        </p:nvSpPr>
        <p:spPr>
          <a:xfrm>
            <a:off x="232825" y="457275"/>
            <a:ext cx="1966500" cy="1572900"/>
          </a:xfrm>
          <a:prstGeom prst="roundRect">
            <a:avLst>
              <a:gd fmla="val 20306" name="adj"/>
            </a:avLst>
          </a:prstGeom>
          <a:noFill/>
          <a:ln>
            <a:noFill/>
          </a:ln>
        </p:spPr>
      </p:sp>
      <p:sp>
        <p:nvSpPr>
          <p:cNvPr id="274" name="Google Shape;274;p19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5" name="Google Shape;275;p19"/>
          <p:cNvSpPr txBox="1"/>
          <p:nvPr>
            <p:ph idx="3" type="title"/>
          </p:nvPr>
        </p:nvSpPr>
        <p:spPr>
          <a:xfrm>
            <a:off x="3063300" y="457123"/>
            <a:ext cx="5852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76" name="Google Shape;276;p19"/>
          <p:cNvSpPr txBox="1"/>
          <p:nvPr>
            <p:ph idx="4" type="subTitle"/>
          </p:nvPr>
        </p:nvSpPr>
        <p:spPr>
          <a:xfrm>
            <a:off x="7160650" y="3105434"/>
            <a:ext cx="17547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7" name="Google Shape;277;p19"/>
          <p:cNvSpPr txBox="1"/>
          <p:nvPr>
            <p:ph idx="5" type="body"/>
          </p:nvPr>
        </p:nvSpPr>
        <p:spPr>
          <a:xfrm>
            <a:off x="71606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78" name="Google Shape;278;p19"/>
          <p:cNvSpPr txBox="1"/>
          <p:nvPr>
            <p:ph idx="6" type="subTitle"/>
          </p:nvPr>
        </p:nvSpPr>
        <p:spPr>
          <a:xfrm>
            <a:off x="5056850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9" name="Google Shape;279;p19"/>
          <p:cNvSpPr txBox="1"/>
          <p:nvPr>
            <p:ph idx="7" type="body"/>
          </p:nvPr>
        </p:nvSpPr>
        <p:spPr>
          <a:xfrm>
            <a:off x="50568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19"/>
          <p:cNvSpPr txBox="1"/>
          <p:nvPr>
            <p:ph idx="8" type="subTitle"/>
          </p:nvPr>
        </p:nvSpPr>
        <p:spPr>
          <a:xfrm>
            <a:off x="3141475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1" name="Google Shape;281;p19"/>
          <p:cNvSpPr txBox="1"/>
          <p:nvPr>
            <p:ph idx="9" type="body"/>
          </p:nvPr>
        </p:nvSpPr>
        <p:spPr>
          <a:xfrm>
            <a:off x="3141475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82" name="Google Shape;282;p19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3">
  <p:cSld name="BLANK_1_1_1_1_1_1_1_1_1_1_1">
    <p:bg>
      <p:bgPr>
        <a:solidFill>
          <a:schemeClr val="dk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2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6" name="Google Shape;286;p20"/>
          <p:cNvSpPr txBox="1"/>
          <p:nvPr>
            <p:ph idx="2" type="subTitle"/>
          </p:nvPr>
        </p:nvSpPr>
        <p:spPr>
          <a:xfrm>
            <a:off x="6080700" y="455543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7" name="Google Shape;287;p20"/>
          <p:cNvSpPr txBox="1"/>
          <p:nvPr>
            <p:ph type="title"/>
          </p:nvPr>
        </p:nvSpPr>
        <p:spPr>
          <a:xfrm>
            <a:off x="228600" y="372496"/>
            <a:ext cx="3485100" cy="852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8" name="Google Shape;288;p20"/>
          <p:cNvSpPr txBox="1"/>
          <p:nvPr>
            <p:ph idx="3" type="subTitle"/>
          </p:nvPr>
        </p:nvSpPr>
        <p:spPr>
          <a:xfrm>
            <a:off x="6080700" y="1603994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9" name="Google Shape;289;p20"/>
          <p:cNvSpPr txBox="1"/>
          <p:nvPr>
            <p:ph idx="4" type="subTitle"/>
          </p:nvPr>
        </p:nvSpPr>
        <p:spPr>
          <a:xfrm>
            <a:off x="6080700" y="2743467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0" name="Google Shape;290;p20"/>
          <p:cNvSpPr txBox="1"/>
          <p:nvPr>
            <p:ph idx="5" type="subTitle"/>
          </p:nvPr>
        </p:nvSpPr>
        <p:spPr>
          <a:xfrm>
            <a:off x="6080700" y="3943349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1_1_1_1_1_1_1_1">
    <p:bg>
      <p:bgPr>
        <a:solidFill>
          <a:schemeClr val="accen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93" name="Google Shape;293;p21"/>
          <p:cNvSpPr/>
          <p:nvPr>
            <p:ph idx="2" type="pic"/>
          </p:nvPr>
        </p:nvSpPr>
        <p:spPr>
          <a:xfrm>
            <a:off x="5032050" y="460300"/>
            <a:ext cx="3783900" cy="4223400"/>
          </a:xfrm>
          <a:prstGeom prst="roundRect">
            <a:avLst>
              <a:gd fmla="val 10497" name="adj"/>
            </a:avLst>
          </a:prstGeom>
          <a:noFill/>
          <a:ln>
            <a:noFill/>
          </a:ln>
        </p:spPr>
      </p:sp>
      <p:sp>
        <p:nvSpPr>
          <p:cNvPr id="294" name="Google Shape;294;p21"/>
          <p:cNvSpPr txBox="1"/>
          <p:nvPr>
            <p:ph type="title"/>
          </p:nvPr>
        </p:nvSpPr>
        <p:spPr>
          <a:xfrm>
            <a:off x="228600" y="408042"/>
            <a:ext cx="4029600" cy="299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5" name="Google Shape;295;p21"/>
          <p:cNvSpPr txBox="1"/>
          <p:nvPr>
            <p:ph idx="1" type="subTitle"/>
          </p:nvPr>
        </p:nvSpPr>
        <p:spPr>
          <a:xfrm>
            <a:off x="811200" y="3337800"/>
            <a:ext cx="2932500" cy="134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6" name="Google Shape;296;p2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ink">
  <p:cSld name="CUSTOM_1">
    <p:bg>
      <p:bgPr>
        <a:solidFill>
          <a:schemeClr val="accen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2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0" name="Google Shape;300;p22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2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2" name="Google Shape;302;p2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3" name="Google Shape;303;p22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4" name="Google Shape;304;p22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5" name="Google Shape;305;p22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6" name="Google Shape;306;p2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yellow">
  <p:cSld name="CUSTOM_1_1">
    <p:bg>
      <p:bgPr>
        <a:solidFill>
          <a:schemeClr val="accen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9" name="Google Shape;309;p2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1" name="Google Shape;311;p23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2" name="Google Shape;312;p23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3" name="Google Shape;313;p23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4" name="Google Shape;314;p23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5" name="Google Shape;315;p2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6" name="Google Shape;316;p2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urple">
  <p:cSld name="CUSTOM_1_1_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9" name="Google Shape;319;p2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20" name="Google Shape;320;p24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1" name="Google Shape;321;p24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3" name="Google Shape;323;p24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4" name="Google Shape;324;p24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5" name="Google Shape;325;p24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6" name="Google Shape;326;p2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">
  <p:cSld name="CUSTOM_1_1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30" name="Google Shape;330;p25"/>
          <p:cNvSpPr txBox="1"/>
          <p:nvPr>
            <p:ph idx="2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3" name="Google Shape;333;p2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7_1_1_1_1_1_1_1_1_1_1_1_1_1_1_1_1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2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7" name="Google Shape;337;p26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8" name="Google Shape;338;p26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9" name="Google Shape;339;p26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1" name="Google Shape;341;p26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2" name="Google Shape;342;p26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3" name="Google Shape;343;p26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5" name="Google Shape;345;p26"/>
          <p:cNvSpPr txBox="1"/>
          <p:nvPr>
            <p:ph type="title"/>
          </p:nvPr>
        </p:nvSpPr>
        <p:spPr>
          <a:xfrm>
            <a:off x="228600" y="460100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2">
    <p:bg>
      <p:bgPr>
        <a:solidFill>
          <a:schemeClr val="dk2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48" name="Google Shape;348;p27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349" name="Google Shape;349;p27"/>
          <p:cNvSpPr txBox="1"/>
          <p:nvPr>
            <p:ph idx="1" type="subTitle"/>
          </p:nvPr>
        </p:nvSpPr>
        <p:spPr>
          <a:xfrm>
            <a:off x="4994900" y="457200"/>
            <a:ext cx="39204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2" name="Google Shape;352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1" name="Google Shape;37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7" name="Google Shape;377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3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3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3" name="Google Shape;383;p3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3" name="Google Shape;393;p4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4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4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0" name="Google Shape;400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1" name="Google Shape;401;p4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4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4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4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8" name="Google Shape;408;p4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4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4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4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4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5" name="Google Shape;425;p4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8" name="Google Shape;428;p4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1" name="Google Shape;431;p4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4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5" name="Google Shape;435;p4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6" name="Google Shape;436;p4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4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4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4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29650" y="511500"/>
            <a:ext cx="6115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orum"/>
              <a:buNone/>
              <a:defRPr sz="3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291000" y="1562975"/>
            <a:ext cx="37284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11.jpg"/><Relationship Id="rId5" Type="http://schemas.openxmlformats.org/officeDocument/2006/relationships/image" Target="../media/image8.jpg"/><Relationship Id="rId6" Type="http://schemas.openxmlformats.org/officeDocument/2006/relationships/image" Target="../media/image7.jpg"/><Relationship Id="rId7" Type="http://schemas.openxmlformats.org/officeDocument/2006/relationships/image" Target="../media/image1.jpg"/><Relationship Id="rId8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Relationship Id="rId4" Type="http://schemas.openxmlformats.org/officeDocument/2006/relationships/image" Target="../media/image13.jpg"/><Relationship Id="rId5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Social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descr="A light blue rectangle." id="455" name="Google Shape;455;p49"/>
          <p:cNvSpPr/>
          <p:nvPr/>
        </p:nvSpPr>
        <p:spPr>
          <a:xfrm flipH="1">
            <a:off x="2010917" y="3005452"/>
            <a:ext cx="1368300" cy="774600"/>
          </a:xfrm>
          <a:prstGeom prst="roundRect">
            <a:avLst>
              <a:gd fmla="val 1997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yellow square." id="456" name="Google Shape;456;p49"/>
          <p:cNvSpPr/>
          <p:nvPr/>
        </p:nvSpPr>
        <p:spPr>
          <a:xfrm flipH="1">
            <a:off x="4352426" y="3909224"/>
            <a:ext cx="774600" cy="7746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lavender rectangle" id="457" name="Google Shape;457;p49"/>
          <p:cNvSpPr/>
          <p:nvPr/>
        </p:nvSpPr>
        <p:spPr>
          <a:xfrm flipH="1">
            <a:off x="6534259" y="3905677"/>
            <a:ext cx="1118400" cy="7746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8" name="Google Shape;458;p4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descr="Portrait of a woman posing over pink background. " id="459" name="Google Shape;459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468" l="0" r="0" t="19554"/>
          <a:stretch/>
        </p:blipFill>
        <p:spPr>
          <a:xfrm>
            <a:off x="228575" y="3005550"/>
            <a:ext cx="16362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Delivery man holding pizza boxes." id="460" name="Google Shape;460;p49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2495" l="32981" r="5534" t="45150"/>
          <a:stretch/>
        </p:blipFill>
        <p:spPr>
          <a:xfrm>
            <a:off x="1149025" y="3909225"/>
            <a:ext cx="15435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Male hand using mobile smart phone at desk workspace." id="461" name="Google Shape;461;p49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6922" l="0" r="4389" t="3619"/>
          <a:stretch/>
        </p:blipFill>
        <p:spPr>
          <a:xfrm>
            <a:off x="3525075" y="3005550"/>
            <a:ext cx="15999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Studio portrait of man laughing." id="462" name="Google Shape;462;p49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120" r="120" t="0"/>
          <a:stretch/>
        </p:blipFill>
        <p:spPr>
          <a:xfrm>
            <a:off x="5271025" y="3005450"/>
            <a:ext cx="1118400" cy="1682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woman wearing headphones looking at her phone." id="463" name="Google Shape;463;p49"/>
          <p:cNvPicPr preferRelativeResize="0"/>
          <p:nvPr>
            <p:ph idx="6" type="pic"/>
          </p:nvPr>
        </p:nvPicPr>
        <p:blipFill rotWithShape="1">
          <a:blip r:embed="rId7">
            <a:alphaModFix/>
          </a:blip>
          <a:srcRect b="0" l="10384" r="45089" t="0"/>
          <a:stretch/>
        </p:blipFill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red texture, as of a rock face. " id="464" name="Google Shape;464;p49"/>
          <p:cNvPicPr preferRelativeResize="0"/>
          <p:nvPr>
            <p:ph idx="7" type="pic"/>
          </p:nvPr>
        </p:nvPicPr>
        <p:blipFill rotWithShape="1">
          <a:blip r:embed="rId8">
            <a:alphaModFix/>
          </a:blip>
          <a:srcRect b="16910" l="0" r="0" t="16904"/>
          <a:stretch/>
        </p:blipFill>
        <p:spPr>
          <a:xfrm>
            <a:off x="230525" y="3909225"/>
            <a:ext cx="7746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brown-purple texture, as of a tree trunk. " id="465" name="Google Shape;465;p49"/>
          <p:cNvPicPr preferRelativeResize="0"/>
          <p:nvPr>
            <p:ph idx="8" type="pic"/>
          </p:nvPr>
        </p:nvPicPr>
        <p:blipFill rotWithShape="1">
          <a:blip r:embed="rId9">
            <a:alphaModFix/>
          </a:blip>
          <a:srcRect b="7511" l="0" r="0" t="7520"/>
          <a:stretch/>
        </p:blipFill>
        <p:spPr>
          <a:xfrm>
            <a:off x="2838375" y="3909225"/>
            <a:ext cx="13683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red texture, as of a rock face. " id="466" name="Google Shape;466;p49"/>
          <p:cNvPicPr preferRelativeResize="0"/>
          <p:nvPr>
            <p:ph idx="9" type="pic"/>
          </p:nvPr>
        </p:nvPicPr>
        <p:blipFill rotWithShape="1">
          <a:blip r:embed="rId8">
            <a:alphaModFix/>
          </a:blip>
          <a:srcRect b="27283" l="0" r="0" t="27283"/>
          <a:stretch/>
        </p:blipFill>
        <p:spPr>
          <a:xfrm>
            <a:off x="6535600" y="3008850"/>
            <a:ext cx="1118400" cy="7677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 txBox="1"/>
          <p:nvPr>
            <p:ph type="title"/>
          </p:nvPr>
        </p:nvSpPr>
        <p:spPr>
          <a:xfrm>
            <a:off x="228600" y="460100"/>
            <a:ext cx="86868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72" name="Google Shape;472;p50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73" name="Google Shape;473;p50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 and Problem Statement</a:t>
            </a:r>
            <a:endParaRPr/>
          </a:p>
        </p:txBody>
      </p:sp>
      <p:sp>
        <p:nvSpPr>
          <p:cNvPr id="474" name="Google Shape;474;p50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475" name="Google Shape;475;p50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476" name="Google Shape;476;p50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Top Users</a:t>
            </a:r>
            <a:endParaRPr/>
          </a:p>
        </p:txBody>
      </p:sp>
      <p:sp>
        <p:nvSpPr>
          <p:cNvPr id="477" name="Google Shape;477;p50"/>
          <p:cNvSpPr txBox="1"/>
          <p:nvPr>
            <p:ph idx="6" type="subTitle"/>
          </p:nvPr>
        </p:nvSpPr>
        <p:spPr>
          <a:xfrm>
            <a:off x="5089225" y="3882125"/>
            <a:ext cx="4054800" cy="465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Analysis/Recommendations &amp; Conclusion</a:t>
            </a:r>
            <a:endParaRPr/>
          </a:p>
        </p:txBody>
      </p:sp>
      <p:grpSp>
        <p:nvGrpSpPr>
          <p:cNvPr id="478" name="Google Shape;478;p50"/>
          <p:cNvGrpSpPr/>
          <p:nvPr/>
        </p:nvGrpSpPr>
        <p:grpSpPr>
          <a:xfrm>
            <a:off x="228600" y="2211850"/>
            <a:ext cx="465300" cy="465300"/>
            <a:chOff x="228600" y="2211850"/>
            <a:chExt cx="465300" cy="465300"/>
          </a:xfrm>
        </p:grpSpPr>
        <p:sp>
          <p:nvSpPr>
            <p:cNvPr id="479" name="Google Shape;479;p50"/>
            <p:cNvSpPr/>
            <p:nvPr/>
          </p:nvSpPr>
          <p:spPr>
            <a:xfrm flipH="1">
              <a:off x="228600" y="22118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480" name="Google Shape;480;p50"/>
            <p:cNvSpPr txBox="1"/>
            <p:nvPr/>
          </p:nvSpPr>
          <p:spPr>
            <a:xfrm>
              <a:off x="228600" y="2255525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rPr>
                <a:t>1</a:t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481" name="Google Shape;481;p50"/>
          <p:cNvGrpSpPr/>
          <p:nvPr/>
        </p:nvGrpSpPr>
        <p:grpSpPr>
          <a:xfrm>
            <a:off x="4525050" y="2211850"/>
            <a:ext cx="465300" cy="465300"/>
            <a:chOff x="4525050" y="2211850"/>
            <a:chExt cx="465300" cy="465300"/>
          </a:xfrm>
        </p:grpSpPr>
        <p:sp>
          <p:nvSpPr>
            <p:cNvPr id="482" name="Google Shape;482;p50"/>
            <p:cNvSpPr/>
            <p:nvPr/>
          </p:nvSpPr>
          <p:spPr>
            <a:xfrm flipH="1">
              <a:off x="4525050" y="22118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483" name="Google Shape;483;p50"/>
            <p:cNvSpPr txBox="1"/>
            <p:nvPr/>
          </p:nvSpPr>
          <p:spPr>
            <a:xfrm>
              <a:off x="4525050" y="2255525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Forum"/>
                  <a:ea typeface="Forum"/>
                  <a:cs typeface="Forum"/>
                  <a:sym typeface="Forum"/>
                </a:rPr>
                <a:t>2</a:t>
              </a:r>
              <a:endParaRPr sz="1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484" name="Google Shape;484;p50"/>
          <p:cNvGrpSpPr/>
          <p:nvPr/>
        </p:nvGrpSpPr>
        <p:grpSpPr>
          <a:xfrm>
            <a:off x="2007075" y="3011250"/>
            <a:ext cx="465300" cy="465300"/>
            <a:chOff x="2007075" y="3011250"/>
            <a:chExt cx="465300" cy="465300"/>
          </a:xfrm>
        </p:grpSpPr>
        <p:sp>
          <p:nvSpPr>
            <p:cNvPr id="485" name="Google Shape;485;p50"/>
            <p:cNvSpPr/>
            <p:nvPr/>
          </p:nvSpPr>
          <p:spPr>
            <a:xfrm flipH="1">
              <a:off x="2007075" y="30112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486" name="Google Shape;486;p50"/>
            <p:cNvSpPr txBox="1"/>
            <p:nvPr/>
          </p:nvSpPr>
          <p:spPr>
            <a:xfrm>
              <a:off x="2007075" y="3059250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rPr>
                <a:t>3</a:t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487" name="Google Shape;487;p50"/>
          <p:cNvGrpSpPr/>
          <p:nvPr/>
        </p:nvGrpSpPr>
        <p:grpSpPr>
          <a:xfrm>
            <a:off x="6303525" y="3011250"/>
            <a:ext cx="465300" cy="465300"/>
            <a:chOff x="6303525" y="3011250"/>
            <a:chExt cx="465300" cy="465300"/>
          </a:xfrm>
        </p:grpSpPr>
        <p:sp>
          <p:nvSpPr>
            <p:cNvPr id="488" name="Google Shape;488;p50"/>
            <p:cNvSpPr/>
            <p:nvPr/>
          </p:nvSpPr>
          <p:spPr>
            <a:xfrm flipH="1">
              <a:off x="6303525" y="30112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489" name="Google Shape;489;p50"/>
            <p:cNvSpPr txBox="1"/>
            <p:nvPr/>
          </p:nvSpPr>
          <p:spPr>
            <a:xfrm>
              <a:off x="6303525" y="3059250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rPr>
                <a:t>4</a:t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490" name="Google Shape;490;p50"/>
          <p:cNvGrpSpPr/>
          <p:nvPr/>
        </p:nvGrpSpPr>
        <p:grpSpPr>
          <a:xfrm>
            <a:off x="228600" y="3810650"/>
            <a:ext cx="465300" cy="465300"/>
            <a:chOff x="228600" y="3810650"/>
            <a:chExt cx="465300" cy="465300"/>
          </a:xfrm>
        </p:grpSpPr>
        <p:sp>
          <p:nvSpPr>
            <p:cNvPr id="491" name="Google Shape;491;p50"/>
            <p:cNvSpPr/>
            <p:nvPr/>
          </p:nvSpPr>
          <p:spPr>
            <a:xfrm flipH="1">
              <a:off x="228600" y="38106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492" name="Google Shape;492;p50"/>
            <p:cNvSpPr txBox="1"/>
            <p:nvPr/>
          </p:nvSpPr>
          <p:spPr>
            <a:xfrm>
              <a:off x="228600" y="3855294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Forum"/>
                  <a:ea typeface="Forum"/>
                  <a:cs typeface="Forum"/>
                  <a:sym typeface="Forum"/>
                </a:rPr>
                <a:t>5</a:t>
              </a:r>
              <a:endParaRPr sz="1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493" name="Google Shape;493;p50"/>
          <p:cNvGrpSpPr/>
          <p:nvPr/>
        </p:nvGrpSpPr>
        <p:grpSpPr>
          <a:xfrm>
            <a:off x="4525050" y="3810650"/>
            <a:ext cx="465300" cy="465300"/>
            <a:chOff x="4525050" y="3810650"/>
            <a:chExt cx="465300" cy="465300"/>
          </a:xfrm>
        </p:grpSpPr>
        <p:sp>
          <p:nvSpPr>
            <p:cNvPr id="494" name="Google Shape;494;p50"/>
            <p:cNvSpPr/>
            <p:nvPr/>
          </p:nvSpPr>
          <p:spPr>
            <a:xfrm flipH="1">
              <a:off x="4525050" y="38106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495" name="Google Shape;495;p50"/>
            <p:cNvSpPr txBox="1"/>
            <p:nvPr/>
          </p:nvSpPr>
          <p:spPr>
            <a:xfrm>
              <a:off x="4525050" y="3855294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rPr>
                <a:t>6</a:t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sp>
        <p:nvSpPr>
          <p:cNvPr id="496" name="Google Shape;496;p50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1"/>
          <p:cNvSpPr/>
          <p:nvPr/>
        </p:nvSpPr>
        <p:spPr>
          <a:xfrm flipH="1">
            <a:off x="2179200" y="1895400"/>
            <a:ext cx="4691700" cy="540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26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Project Statement</a:t>
            </a:r>
            <a:endParaRPr sz="26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02" name="Google Shape;502;p51"/>
          <p:cNvSpPr txBox="1"/>
          <p:nvPr>
            <p:ph idx="4" type="subTitle"/>
          </p:nvPr>
        </p:nvSpPr>
        <p:spPr>
          <a:xfrm>
            <a:off x="895475" y="2704175"/>
            <a:ext cx="7359900" cy="19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This project uses SQL to analyze user behavior on a social media platform.</a:t>
            </a:r>
            <a:br>
              <a:rPr lang="en"/>
            </a:b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The goal is of deriving actionable business insights.</a:t>
            </a:r>
            <a:br>
              <a:rPr lang="en"/>
            </a:b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We aim to move from a basic understanding of user activity to a data-driven strategy for growth and community management.</a:t>
            </a:r>
            <a:endParaRPr/>
          </a:p>
        </p:txBody>
      </p:sp>
      <p:sp>
        <p:nvSpPr>
          <p:cNvPr id="503" name="Google Shape;503;p51"/>
          <p:cNvSpPr txBox="1"/>
          <p:nvPr>
            <p:ph type="title"/>
          </p:nvPr>
        </p:nvSpPr>
        <p:spPr>
          <a:xfrm>
            <a:off x="228600" y="829525"/>
            <a:ext cx="8686800" cy="540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Introduction</a:t>
            </a:r>
            <a:endParaRPr/>
          </a:p>
        </p:txBody>
      </p:sp>
      <p:sp>
        <p:nvSpPr>
          <p:cNvPr id="504" name="Google Shape;504;p51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" name="Google Shape;509;p52"/>
          <p:cNvGrpSpPr/>
          <p:nvPr/>
        </p:nvGrpSpPr>
        <p:grpSpPr>
          <a:xfrm>
            <a:off x="-2436243" y="-1453067"/>
            <a:ext cx="11863322" cy="6253354"/>
            <a:chOff x="-2436243" y="-1453067"/>
            <a:chExt cx="11863322" cy="6253354"/>
          </a:xfrm>
        </p:grpSpPr>
        <p:grpSp>
          <p:nvGrpSpPr>
            <p:cNvPr id="510" name="Google Shape;510;p52"/>
            <p:cNvGrpSpPr/>
            <p:nvPr/>
          </p:nvGrpSpPr>
          <p:grpSpPr>
            <a:xfrm>
              <a:off x="-2436243" y="-1453067"/>
              <a:ext cx="5359060" cy="6253354"/>
              <a:chOff x="504994" y="-2246866"/>
              <a:chExt cx="5359060" cy="6548700"/>
            </a:xfrm>
          </p:grpSpPr>
          <p:sp>
            <p:nvSpPr>
              <p:cNvPr id="511" name="Google Shape;511;p52"/>
              <p:cNvSpPr/>
              <p:nvPr/>
            </p:nvSpPr>
            <p:spPr>
              <a:xfrm rot="5400000">
                <a:off x="-112106" y="-1629766"/>
                <a:ext cx="6548700" cy="5314500"/>
              </a:xfrm>
              <a:prstGeom prst="arc">
                <a:avLst>
                  <a:gd fmla="val 16200000" name="adj1"/>
                  <a:gd fmla="val 21596259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12" name="Google Shape;512;p52"/>
              <p:cNvSpPr/>
              <p:nvPr/>
            </p:nvSpPr>
            <p:spPr>
              <a:xfrm>
                <a:off x="5773155" y="957606"/>
                <a:ext cx="90900" cy="78300"/>
              </a:xfrm>
              <a:prstGeom prst="triangle">
                <a:avLst>
                  <a:gd fmla="val 50000" name="adj"/>
                </a:avLst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513" name="Google Shape;513;p52"/>
            <p:cNvGrpSpPr/>
            <p:nvPr/>
          </p:nvGrpSpPr>
          <p:grpSpPr>
            <a:xfrm flipH="1">
              <a:off x="4068018" y="-1453067"/>
              <a:ext cx="5359060" cy="6253354"/>
              <a:chOff x="1747844" y="-2246866"/>
              <a:chExt cx="5359060" cy="6548700"/>
            </a:xfrm>
          </p:grpSpPr>
          <p:sp>
            <p:nvSpPr>
              <p:cNvPr id="514" name="Google Shape;514;p52"/>
              <p:cNvSpPr/>
              <p:nvPr/>
            </p:nvSpPr>
            <p:spPr>
              <a:xfrm rot="5400000">
                <a:off x="1130744" y="-1629766"/>
                <a:ext cx="6548700" cy="5314500"/>
              </a:xfrm>
              <a:prstGeom prst="arc">
                <a:avLst>
                  <a:gd fmla="val 16200000" name="adj1"/>
                  <a:gd fmla="val 21596259" name="adj2"/>
                </a:avLst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15" name="Google Shape;515;p52"/>
              <p:cNvSpPr/>
              <p:nvPr/>
            </p:nvSpPr>
            <p:spPr>
              <a:xfrm>
                <a:off x="7016005" y="957606"/>
                <a:ext cx="90900" cy="78300"/>
              </a:xfrm>
              <a:prstGeom prst="triangle">
                <a:avLst>
                  <a:gd fmla="val 50000" name="adj"/>
                </a:avLst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516" name="Google Shape;516;p52"/>
            <p:cNvGrpSpPr/>
            <p:nvPr/>
          </p:nvGrpSpPr>
          <p:grpSpPr>
            <a:xfrm>
              <a:off x="624356" y="3938526"/>
              <a:ext cx="5616952" cy="350319"/>
              <a:chOff x="389620" y="3817873"/>
              <a:chExt cx="5616952" cy="287100"/>
            </a:xfrm>
          </p:grpSpPr>
          <p:sp>
            <p:nvSpPr>
              <p:cNvPr id="517" name="Google Shape;517;p52"/>
              <p:cNvSpPr/>
              <p:nvPr/>
            </p:nvSpPr>
            <p:spPr>
              <a:xfrm>
                <a:off x="389620" y="3817873"/>
                <a:ext cx="17439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DM Sans SemiBold"/>
                    <a:ea typeface="DM Sans SemiBold"/>
                    <a:cs typeface="DM Sans SemiBold"/>
                    <a:sym typeface="DM Sans SemiBold"/>
                  </a:rPr>
                  <a:t>Identify and Rank Top Users:</a:t>
                </a:r>
                <a:endParaRPr sz="1000">
                  <a:solidFill>
                    <a:schemeClr val="lt1"/>
                  </a:solidFill>
                  <a:latin typeface="DM Sans SemiBold"/>
                  <a:ea typeface="DM Sans SemiBold"/>
                  <a:cs typeface="DM Sans SemiBold"/>
                  <a:sym typeface="DM Sans SemiBold"/>
                </a:endParaRPr>
              </a:p>
            </p:txBody>
          </p:sp>
          <p:sp>
            <p:nvSpPr>
              <p:cNvPr id="518" name="Google Shape;518;p52"/>
              <p:cNvSpPr/>
              <p:nvPr/>
            </p:nvSpPr>
            <p:spPr>
              <a:xfrm>
                <a:off x="2265396" y="3817873"/>
                <a:ext cx="17439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DM Sans SemiBold"/>
                    <a:ea typeface="DM Sans SemiBold"/>
                    <a:cs typeface="DM Sans SemiBold"/>
                    <a:sym typeface="DM Sans SemiBold"/>
                  </a:rPr>
                  <a:t>Analyze Engagement Patterns</a:t>
                </a:r>
                <a:endParaRPr sz="1000">
                  <a:solidFill>
                    <a:schemeClr val="lt1"/>
                  </a:solidFill>
                  <a:latin typeface="DM Sans SemiBold"/>
                  <a:ea typeface="DM Sans SemiBold"/>
                  <a:cs typeface="DM Sans SemiBold"/>
                  <a:sym typeface="DM Sans SemiBold"/>
                </a:endParaRPr>
              </a:p>
            </p:txBody>
          </p:sp>
          <p:sp>
            <p:nvSpPr>
              <p:cNvPr id="519" name="Google Shape;519;p52"/>
              <p:cNvSpPr/>
              <p:nvPr/>
            </p:nvSpPr>
            <p:spPr>
              <a:xfrm>
                <a:off x="4141172" y="3817873"/>
                <a:ext cx="18654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DM Sans SemiBold"/>
                    <a:ea typeface="DM Sans SemiBold"/>
                    <a:cs typeface="DM Sans SemiBold"/>
                    <a:sym typeface="DM Sans SemiBold"/>
                  </a:rPr>
                  <a:t>Segment the User Base</a:t>
                </a:r>
                <a:endParaRPr sz="1000">
                  <a:solidFill>
                    <a:schemeClr val="lt1"/>
                  </a:solidFill>
                  <a:latin typeface="DM Sans SemiBold"/>
                  <a:ea typeface="DM Sans SemiBold"/>
                  <a:cs typeface="DM Sans SemiBold"/>
                  <a:sym typeface="DM Sans SemiBold"/>
                </a:endParaRPr>
              </a:p>
            </p:txBody>
          </p:sp>
        </p:grpSp>
        <p:grpSp>
          <p:nvGrpSpPr>
            <p:cNvPr id="520" name="Google Shape;520;p52"/>
            <p:cNvGrpSpPr/>
            <p:nvPr/>
          </p:nvGrpSpPr>
          <p:grpSpPr>
            <a:xfrm>
              <a:off x="1455153" y="3069773"/>
              <a:ext cx="3955343" cy="350322"/>
              <a:chOff x="1030428" y="3100373"/>
              <a:chExt cx="3726885" cy="287102"/>
            </a:xfrm>
          </p:grpSpPr>
          <p:sp>
            <p:nvSpPr>
              <p:cNvPr id="521" name="Google Shape;521;p52"/>
              <p:cNvSpPr/>
              <p:nvPr/>
            </p:nvSpPr>
            <p:spPr>
              <a:xfrm>
                <a:off x="1030428" y="3100375"/>
                <a:ext cx="18177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DM Sans SemiBold"/>
                    <a:ea typeface="DM Sans SemiBold"/>
                    <a:cs typeface="DM Sans SemiBold"/>
                    <a:sym typeface="DM Sans SemiBold"/>
                  </a:rPr>
                  <a:t>Re-Engage Inactive Users</a:t>
                </a:r>
                <a:endParaRPr sz="1000">
                  <a:solidFill>
                    <a:schemeClr val="dk1"/>
                  </a:solidFill>
                  <a:latin typeface="DM Sans SemiBold"/>
                  <a:ea typeface="DM Sans SemiBold"/>
                  <a:cs typeface="DM Sans SemiBold"/>
                  <a:sym typeface="DM Sans SemiBold"/>
                </a:endParaRPr>
              </a:p>
            </p:txBody>
          </p:sp>
          <p:sp>
            <p:nvSpPr>
              <p:cNvPr id="522" name="Google Shape;522;p52"/>
              <p:cNvSpPr/>
              <p:nvPr/>
            </p:nvSpPr>
            <p:spPr>
              <a:xfrm>
                <a:off x="2939613" y="3100373"/>
                <a:ext cx="1817700" cy="2871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DM Sans SemiBold"/>
                    <a:ea typeface="DM Sans SemiBold"/>
                    <a:cs typeface="DM Sans SemiBold"/>
                    <a:sym typeface="DM Sans SemiBold"/>
                  </a:rPr>
                  <a:t>Acquire New </a:t>
                </a:r>
                <a:r>
                  <a:rPr lang="en" sz="1000">
                    <a:solidFill>
                      <a:schemeClr val="dk1"/>
                    </a:solidFill>
                    <a:latin typeface="DM Sans SemiBold"/>
                    <a:ea typeface="DM Sans SemiBold"/>
                    <a:cs typeface="DM Sans SemiBold"/>
                    <a:sym typeface="DM Sans SemiBold"/>
                  </a:rPr>
                  <a:t>c</a:t>
                </a:r>
                <a:r>
                  <a:rPr lang="en" sz="1000">
                    <a:solidFill>
                      <a:schemeClr val="dk1"/>
                    </a:solidFill>
                    <a:latin typeface="DM Sans SemiBold"/>
                    <a:ea typeface="DM Sans SemiBold"/>
                    <a:cs typeface="DM Sans SemiBold"/>
                    <a:sym typeface="DM Sans SemiBold"/>
                  </a:rPr>
                  <a:t>ustomers</a:t>
                </a:r>
                <a:endParaRPr sz="1000">
                  <a:solidFill>
                    <a:schemeClr val="dk1"/>
                  </a:solidFill>
                  <a:latin typeface="DM Sans SemiBold"/>
                  <a:ea typeface="DM Sans SemiBold"/>
                  <a:cs typeface="DM Sans SemiBold"/>
                  <a:sym typeface="DM Sans SemiBold"/>
                </a:endParaRPr>
              </a:p>
            </p:txBody>
          </p:sp>
        </p:grpSp>
        <p:sp>
          <p:nvSpPr>
            <p:cNvPr id="523" name="Google Shape;523;p52"/>
            <p:cNvSpPr/>
            <p:nvPr/>
          </p:nvSpPr>
          <p:spPr>
            <a:xfrm>
              <a:off x="2494381" y="2200950"/>
              <a:ext cx="2004600" cy="3504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Expand market footprint</a:t>
              </a:r>
              <a:endParaRPr sz="1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</p:txBody>
        </p:sp>
      </p:grpSp>
      <p:sp>
        <p:nvSpPr>
          <p:cNvPr id="524" name="Google Shape;524;p52"/>
          <p:cNvSpPr txBox="1"/>
          <p:nvPr>
            <p:ph idx="1" type="body"/>
          </p:nvPr>
        </p:nvSpPr>
        <p:spPr>
          <a:xfrm>
            <a:off x="5482425" y="413675"/>
            <a:ext cx="3446700" cy="258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We have a massive amount of user data, but we lack a clear understanding of what drives engagement, who our most valuable users are, and how to effectively encourage user activity. 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/>
            </a:br>
            <a:br>
              <a:rPr lang="en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This project addresses these gaps by using advanced SQL queries to analyze key metrics.</a:t>
            </a:r>
            <a:endParaRPr sz="1200"/>
          </a:p>
        </p:txBody>
      </p:sp>
      <p:sp>
        <p:nvSpPr>
          <p:cNvPr id="525" name="Google Shape;525;p52"/>
          <p:cNvSpPr txBox="1"/>
          <p:nvPr>
            <p:ph type="title"/>
          </p:nvPr>
        </p:nvSpPr>
        <p:spPr>
          <a:xfrm>
            <a:off x="228600" y="399325"/>
            <a:ext cx="4059300" cy="779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Objectives &amp; </a:t>
            </a:r>
            <a:r>
              <a:rPr lang="en"/>
              <a:t>Problem Statement</a:t>
            </a:r>
            <a:endParaRPr/>
          </a:p>
        </p:txBody>
      </p:sp>
      <p:sp>
        <p:nvSpPr>
          <p:cNvPr id="526" name="Google Shape;526;p52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3"/>
          <p:cNvSpPr txBox="1"/>
          <p:nvPr>
            <p:ph type="title"/>
          </p:nvPr>
        </p:nvSpPr>
        <p:spPr>
          <a:xfrm>
            <a:off x="228600" y="399325"/>
            <a:ext cx="3531300" cy="8262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Data </a:t>
            </a:r>
            <a:br>
              <a:rPr lang="en">
                <a:solidFill>
                  <a:schemeClr val="accent1"/>
                </a:solidFill>
              </a:rPr>
            </a:br>
            <a:r>
              <a:rPr lang="en">
                <a:solidFill>
                  <a:srgbClr val="000000"/>
                </a:solidFill>
              </a:rPr>
              <a:t>Overview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3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533" name="Google Shape;53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" y="1273225"/>
            <a:ext cx="9144023" cy="363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4"/>
          <p:cNvSpPr txBox="1"/>
          <p:nvPr>
            <p:ph type="title"/>
          </p:nvPr>
        </p:nvSpPr>
        <p:spPr>
          <a:xfrm>
            <a:off x="228600" y="2312850"/>
            <a:ext cx="1824900" cy="8463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Database Schema</a:t>
            </a:r>
            <a:endParaRPr/>
          </a:p>
        </p:txBody>
      </p:sp>
      <p:sp>
        <p:nvSpPr>
          <p:cNvPr id="539" name="Google Shape;539;p54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540" name="Google Shape;54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4444" y="0"/>
            <a:ext cx="666916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5"/>
          <p:cNvSpPr txBox="1"/>
          <p:nvPr>
            <p:ph idx="1" type="body"/>
          </p:nvPr>
        </p:nvSpPr>
        <p:spPr>
          <a:xfrm>
            <a:off x="228600" y="1599674"/>
            <a:ext cx="8686800" cy="31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Analytical Methods and Tools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analysis was performed using SQL, leveraging its power to transform raw data into strategic insights.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Cleaning: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database schema use of constraints helped maintain data integrity, minimizing the need for extensive cleaning.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SQL Operations: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used fundamental operations like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 BY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HAVING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aggregate and filter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 Functions: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utilized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DENSE_RANK()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SUM() OVER()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LAG()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rank users, calculate running totals, and analyze sequential behavior.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Table Expressions (CTEs):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broke down complex, multi-step queries into readable and manageable parts 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clauses.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Conditional Logic: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used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statements to create user segments and apply specific logic based on user activity.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5"/>
          <p:cNvSpPr txBox="1"/>
          <p:nvPr>
            <p:ph type="title"/>
          </p:nvPr>
        </p:nvSpPr>
        <p:spPr>
          <a:xfrm>
            <a:off x="228600" y="399325"/>
            <a:ext cx="3531300" cy="5178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Methodology</a:t>
            </a:r>
            <a:endParaRPr/>
          </a:p>
        </p:txBody>
      </p:sp>
      <p:sp>
        <p:nvSpPr>
          <p:cNvPr id="547" name="Google Shape;547;p55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6"/>
          <p:cNvSpPr txBox="1"/>
          <p:nvPr>
            <p:ph idx="1" type="body"/>
          </p:nvPr>
        </p:nvSpPr>
        <p:spPr>
          <a:xfrm>
            <a:off x="228600" y="1599675"/>
            <a:ext cx="8686800" cy="30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Finding: The Most Valuable Users Are Not Always the Most Followed.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follower count is a factor, a high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engagement rate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more direct indicator of a user’s influence and value. Users with a high engagement rate generate significant likes and comments relative to their audience size.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Takeaways: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with the highest follower counts (e.g., influencers) do not always have the highest engagement rates.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user with a smaller, highly engaged following is a more valuable brand ambassador.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identify these users by calculating a single "Activity Score" that combines their posts, likes, and comments.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6"/>
          <p:cNvSpPr txBox="1"/>
          <p:nvPr>
            <p:ph type="title"/>
          </p:nvPr>
        </p:nvSpPr>
        <p:spPr>
          <a:xfrm>
            <a:off x="228600" y="399325"/>
            <a:ext cx="3531300" cy="7422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Analysis of Top Users</a:t>
            </a:r>
            <a:endParaRPr/>
          </a:p>
        </p:txBody>
      </p:sp>
      <p:sp>
        <p:nvSpPr>
          <p:cNvPr id="554" name="Google Shape;554;p56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555" name="Google Shape;55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6659" y="0"/>
            <a:ext cx="5317342" cy="257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7"/>
          <p:cNvSpPr txBox="1"/>
          <p:nvPr>
            <p:ph idx="1" type="body"/>
          </p:nvPr>
        </p:nvSpPr>
        <p:spPr>
          <a:xfrm>
            <a:off x="228600" y="1599675"/>
            <a:ext cx="8686800" cy="30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Finding: User Engagement Follows Predictable Patterns.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analysis of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created_at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timestamps revealed clear trends in user behavior.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Takeaways: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 Posting Times: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Content posted during certain hours receives significantly more engagement. Scheduling content for these peak times can maximize its reach.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High-Performing Hashtags: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Certain hashtags consistently drive higher average likes per post, indicating topics that resonate most with the audience.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patterns provide a clear data-driven roadmap for a more effective content strategy.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7"/>
          <p:cNvSpPr txBox="1"/>
          <p:nvPr>
            <p:ph type="title"/>
          </p:nvPr>
        </p:nvSpPr>
        <p:spPr>
          <a:xfrm>
            <a:off x="228600" y="399325"/>
            <a:ext cx="3531300" cy="1069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Analysis of Engagement Patterns</a:t>
            </a:r>
            <a:endParaRPr/>
          </a:p>
        </p:txBody>
      </p:sp>
      <p:sp>
        <p:nvSpPr>
          <p:cNvPr id="562" name="Google Shape;562;p57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563" name="Google Shape;56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88" y="1801510"/>
            <a:ext cx="2051375" cy="6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6700" y="0"/>
            <a:ext cx="3827300" cy="29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8"/>
          <p:cNvSpPr txBox="1"/>
          <p:nvPr>
            <p:ph idx="1" type="body"/>
          </p:nvPr>
        </p:nvSpPr>
        <p:spPr>
          <a:xfrm>
            <a:off x="228600" y="1599675"/>
            <a:ext cx="8686800" cy="30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Finding: Users Can Be Segmented into Distinct Behavioral Groups.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SQL, we were able to segment the entire user base into four key categories based on their activity levels.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Segments: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Creators: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who post frequently.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 Fans: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who engage with content heavily (likes, comments).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Community Builders: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with balanced activity across all metrics.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Inactive Users: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with little to no recent activity.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8"/>
          <p:cNvSpPr txBox="1"/>
          <p:nvPr>
            <p:ph type="title"/>
          </p:nvPr>
        </p:nvSpPr>
        <p:spPr>
          <a:xfrm>
            <a:off x="228600" y="399325"/>
            <a:ext cx="3531300" cy="789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Analysis of User Segmentation</a:t>
            </a:r>
            <a:endParaRPr/>
          </a:p>
        </p:txBody>
      </p:sp>
      <p:sp>
        <p:nvSpPr>
          <p:cNvPr id="571" name="Google Shape;571;p58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572" name="Google Shape;57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775" y="2418300"/>
            <a:ext cx="3257901" cy="25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9"/>
          <p:cNvSpPr txBox="1"/>
          <p:nvPr>
            <p:ph idx="1" type="body"/>
          </p:nvPr>
        </p:nvSpPr>
        <p:spPr>
          <a:xfrm>
            <a:off x="228600" y="1599675"/>
            <a:ext cx="8686800" cy="324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1: Targeted Re-engagement Campaigns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our analysis of inactive users, we can launch highly personalized campaigns to bring them back.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Data-Driven Reason: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can identify users who have not posted or liked a photo in over 30 days.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Send personalized push notifications or emails with a "Top Posts You've Missed" feed based on their past interests.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Impact: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Increased user retention and a boost in overall platform activity.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2: Launch a Brand Ambassador Program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and partner with the most influential 'Community Builders' and 'Super Fans' to drive brand initiatives and events.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Data-Driven Reason: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have identified users with a high comment-to-like ratio, indicating they excel at sparking conversation.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Offer these users exclusive perks like early access to new features, a verified badge, or a chance to be featured on official channels.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Impact: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Increased brand loyalty and authentic word-of-mouth promotion.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9"/>
          <p:cNvSpPr txBox="1"/>
          <p:nvPr>
            <p:ph type="title"/>
          </p:nvPr>
        </p:nvSpPr>
        <p:spPr>
          <a:xfrm>
            <a:off x="228600" y="399325"/>
            <a:ext cx="3531300" cy="789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Strategic Recommendations</a:t>
            </a:r>
            <a:endParaRPr/>
          </a:p>
        </p:txBody>
      </p:sp>
      <p:sp>
        <p:nvSpPr>
          <p:cNvPr id="579" name="Google Shape;579;p59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580" name="Google Shape;58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825" y="0"/>
            <a:ext cx="4262526" cy="21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0"/>
          <p:cNvSpPr txBox="1"/>
          <p:nvPr>
            <p:ph idx="1" type="body"/>
          </p:nvPr>
        </p:nvSpPr>
        <p:spPr>
          <a:xfrm>
            <a:off x="228600" y="1599675"/>
            <a:ext cx="8686800" cy="324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3: Optimize Content and Advertising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Align content creation and ad campaigns with the most engaging hashtags and posting times.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Data-Driven Reason: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Our analysis shows that specific hashtags and posting times consistently outperform others.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Teams: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Advise creators on which hashtags to use to maximize reach.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 Campaigns: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Schedule paid campaigns to run during peak engagement hours to increase CTR and conversions.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Impact: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Higher ROI on ad spend and more effective content amplification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60"/>
          <p:cNvSpPr txBox="1"/>
          <p:nvPr>
            <p:ph type="title"/>
          </p:nvPr>
        </p:nvSpPr>
        <p:spPr>
          <a:xfrm>
            <a:off x="228600" y="399325"/>
            <a:ext cx="3531300" cy="789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Strategic Recommendations</a:t>
            </a:r>
            <a:endParaRPr/>
          </a:p>
        </p:txBody>
      </p:sp>
      <p:sp>
        <p:nvSpPr>
          <p:cNvPr id="587" name="Google Shape;587;p60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588" name="Google Shape;58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0700" y="78975"/>
            <a:ext cx="3063299" cy="24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1"/>
          <p:cNvSpPr txBox="1"/>
          <p:nvPr>
            <p:ph type="title"/>
          </p:nvPr>
        </p:nvSpPr>
        <p:spPr>
          <a:xfrm>
            <a:off x="228600" y="399325"/>
            <a:ext cx="6480300" cy="4398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Strategic Recommendations Flow:</a:t>
            </a:r>
            <a:endParaRPr/>
          </a:p>
        </p:txBody>
      </p:sp>
      <p:sp>
        <p:nvSpPr>
          <p:cNvPr id="594" name="Google Shape;594;p61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595" name="Google Shape;59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375" y="889100"/>
            <a:ext cx="8687024" cy="39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ur people in front of a glass whiteboard, analyzing post-it notes and scribbled diagrams about an upcoming project. " id="600" name="Google Shape;600;p62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20162" r="20168" t="0"/>
          <a:stretch/>
        </p:blipFill>
        <p:spPr>
          <a:xfrm>
            <a:off x="447150" y="1418775"/>
            <a:ext cx="2064600" cy="2306100"/>
          </a:xfrm>
          <a:prstGeom prst="roundRect">
            <a:avLst>
              <a:gd fmla="val 16667" name="adj"/>
            </a:avLst>
          </a:prstGeom>
        </p:spPr>
      </p:pic>
      <p:pic>
        <p:nvPicPr>
          <p:cNvPr descr="Team of UX designers plan and analyze applications on mobile devices. " id="601" name="Google Shape;601;p62"/>
          <p:cNvPicPr preferRelativeResize="0"/>
          <p:nvPr>
            <p:ph idx="6" type="pic"/>
          </p:nvPr>
        </p:nvPicPr>
        <p:blipFill rotWithShape="1">
          <a:blip r:embed="rId4">
            <a:alphaModFix/>
          </a:blip>
          <a:srcRect b="0" l="34012" r="6319" t="0"/>
          <a:stretch/>
        </p:blipFill>
        <p:spPr>
          <a:xfrm>
            <a:off x="6632250" y="1418775"/>
            <a:ext cx="2064600" cy="2306100"/>
          </a:xfrm>
          <a:prstGeom prst="roundRect">
            <a:avLst>
              <a:gd fmla="val 16667" name="adj"/>
            </a:avLst>
          </a:prstGeom>
        </p:spPr>
      </p:pic>
      <p:pic>
        <p:nvPicPr>
          <p:cNvPr id="602" name="Google Shape;602;p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513" l="25842" r="25847" t="9521"/>
          <a:stretch/>
        </p:blipFill>
        <p:spPr>
          <a:xfrm>
            <a:off x="3539700" y="1418775"/>
            <a:ext cx="2064600" cy="2306100"/>
          </a:xfrm>
          <a:prstGeom prst="roundRect">
            <a:avLst>
              <a:gd fmla="val 16667" name="adj"/>
            </a:avLst>
          </a:prstGeom>
        </p:spPr>
      </p:pic>
      <p:pic>
        <p:nvPicPr>
          <p:cNvPr descr="Group of business creative designer team meeting and discuss for planning project in office." id="603" name="Google Shape;603;p62"/>
          <p:cNvPicPr preferRelativeResize="0"/>
          <p:nvPr/>
        </p:nvPicPr>
        <p:blipFill rotWithShape="1">
          <a:blip r:embed="rId5">
            <a:alphaModFix/>
          </a:blip>
          <a:srcRect b="0" l="33809" r="6522" t="0"/>
          <a:stretch/>
        </p:blipFill>
        <p:spPr>
          <a:xfrm>
            <a:off x="3539700" y="1418775"/>
            <a:ext cx="2064600" cy="2306100"/>
          </a:xfrm>
          <a:prstGeom prst="roundRect">
            <a:avLst>
              <a:gd fmla="val 15767" name="adj"/>
            </a:avLst>
          </a:prstGeom>
          <a:noFill/>
          <a:ln>
            <a:noFill/>
          </a:ln>
        </p:spPr>
      </p:pic>
      <p:sp>
        <p:nvSpPr>
          <p:cNvPr id="604" name="Google Shape;604;p62"/>
          <p:cNvSpPr txBox="1"/>
          <p:nvPr>
            <p:ph idx="1" type="subTitle"/>
          </p:nvPr>
        </p:nvSpPr>
        <p:spPr>
          <a:xfrm>
            <a:off x="228600" y="3839213"/>
            <a:ext cx="2501700" cy="93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analysis has provided a clear, data-driven understanding of user behavior. We've moved from simple metrics to a strategic framework for growth, identifying key user segments and actionable insights.</a:t>
            </a:r>
            <a:endParaRPr/>
          </a:p>
        </p:txBody>
      </p:sp>
      <p:sp>
        <p:nvSpPr>
          <p:cNvPr id="605" name="Google Shape;605;p62"/>
          <p:cNvSpPr txBox="1"/>
          <p:nvPr>
            <p:ph idx="3" type="subTitle"/>
          </p:nvPr>
        </p:nvSpPr>
        <p:spPr>
          <a:xfrm>
            <a:off x="6413700" y="383922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is not just about numbers; it's about understanding the people behind them. By listening to what our data tells us, we can build a more vibrant and successful platform.</a:t>
            </a:r>
            <a:endParaRPr/>
          </a:p>
        </p:txBody>
      </p:sp>
      <p:sp>
        <p:nvSpPr>
          <p:cNvPr id="606" name="Google Shape;606;p62"/>
          <p:cNvSpPr txBox="1"/>
          <p:nvPr>
            <p:ph idx="4" type="subTitle"/>
          </p:nvPr>
        </p:nvSpPr>
        <p:spPr>
          <a:xfrm>
            <a:off x="3321150" y="383922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insights enable a more proactive and personalized approach to content, marketing, and community management. By leveraging our data, we can build a more engaged and loyal user base.</a:t>
            </a:r>
            <a:endParaRPr/>
          </a:p>
        </p:txBody>
      </p:sp>
      <p:sp>
        <p:nvSpPr>
          <p:cNvPr id="607" name="Google Shape;607;p62"/>
          <p:cNvSpPr txBox="1"/>
          <p:nvPr>
            <p:ph type="title"/>
          </p:nvPr>
        </p:nvSpPr>
        <p:spPr>
          <a:xfrm>
            <a:off x="228600" y="460100"/>
            <a:ext cx="8686800" cy="69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Conclusion:</a:t>
            </a:r>
            <a:br>
              <a:rPr lang="en"/>
            </a:br>
            <a:r>
              <a:rPr lang="en"/>
              <a:t>Key Findings, </a:t>
            </a:r>
            <a:r>
              <a:rPr lang="en"/>
              <a:t>Implications and Final Statement</a:t>
            </a:r>
            <a:endParaRPr/>
          </a:p>
        </p:txBody>
      </p:sp>
      <p:sp>
        <p:nvSpPr>
          <p:cNvPr id="608" name="Google Shape;608;p62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3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YOU!</a:t>
            </a:r>
            <a:endParaRPr/>
          </a:p>
        </p:txBody>
      </p:sp>
      <p:sp>
        <p:nvSpPr>
          <p:cNvPr id="614" name="Google Shape;614;p63"/>
          <p:cNvSpPr txBox="1"/>
          <p:nvPr>
            <p:ph idx="1" type="subTitle"/>
          </p:nvPr>
        </p:nvSpPr>
        <p:spPr>
          <a:xfrm>
            <a:off x="4994900" y="457200"/>
            <a:ext cx="3920400" cy="3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600">
                <a:latin typeface="Arial"/>
                <a:ea typeface="Arial"/>
                <a:cs typeface="Arial"/>
                <a:sym typeface="Arial"/>
              </a:rPr>
              <a:t>Thank You &amp; Questions?</a:t>
            </a:r>
            <a:endParaRPr b="1"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has been a pleasure to analyze this data and develop these recommendations. I am happy to answer any questions you may have.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15" name="Google Shape;615;p63"/>
          <p:cNvSpPr txBox="1"/>
          <p:nvPr/>
        </p:nvSpPr>
        <p:spPr>
          <a:xfrm>
            <a:off x="6413700" y="3800336"/>
            <a:ext cx="25017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Bhaskar Jha</a:t>
            </a:r>
            <a:b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bhaskarskjha@gmail.com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ing Plan Presentation [Style 2]">
  <a:themeElements>
    <a:clrScheme name="Simple Light">
      <a:dk1>
        <a:srgbClr val="F9F9F9"/>
      </a:dk1>
      <a:lt1>
        <a:srgbClr val="101010"/>
      </a:lt1>
      <a:dk2>
        <a:srgbClr val="E6E8FF"/>
      </a:dk2>
      <a:lt2>
        <a:srgbClr val="C6B9F1"/>
      </a:lt2>
      <a:accent1>
        <a:srgbClr val="E11444"/>
      </a:accent1>
      <a:accent2>
        <a:srgbClr val="FCE82E"/>
      </a:accent2>
      <a:accent3>
        <a:srgbClr val="FFE6D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